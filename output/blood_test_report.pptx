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Blood Test Analysis Report — April 2021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743200"/>
                <a:gridCol w="1371600"/>
              </a:tblGrid>
              <a:tr h="37407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Level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Leukozyten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3.0-10.0 /ul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Erythrozyten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4.4-5.9 Mio./ul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Haemoglobin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11.8-16.9 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Haematokrit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35-52 %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80-100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MCH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27-34 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MCHC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32-36 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Thrombozyten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130-400 Tsd/ul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t>HbA1c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4.5-5.6 %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borderline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r>
                        <a:t>Blutzucker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74-100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 — Values by Marker</a:t>
            </a:r>
          </a:p>
        </p:txBody>
      </p:sp>
      <p:pic>
        <p:nvPicPr>
          <p:cNvPr id="3" name="Picture 2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Deviation Chart — % Deviation from Center</a:t>
            </a:r>
          </a:p>
        </p:txBody>
      </p:sp>
      <p:pic>
        <p:nvPicPr>
          <p:cNvPr id="3" name="Picture 2" descr="devi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Distribution</a:t>
            </a:r>
          </a:p>
        </p:txBody>
      </p:sp>
      <p:pic>
        <p:nvPicPr>
          <p:cNvPr id="3" name="Picture 2" descr="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Total markers evaluated: 10</a:t>
            </a:r>
          </a:p>
          <a:p>
            <a:pPr algn="l">
              <a:defRPr sz="1800"/>
            </a:pPr>
            <a:r>
              <a:t>7 marker(s) with risk level: borderline</a:t>
            </a:r>
          </a:p>
          <a:p>
            <a:pPr algn="l">
              <a:defRPr sz="1800"/>
            </a:pPr>
            <a:r>
              <a:t>Largest deviation: Thrombozyten (47.17% from center)</a:t>
            </a:r>
          </a:p>
          <a:p>
            <a:pPr algn="l">
              <a:defRPr sz="1800"/>
            </a:pPr>
            <a:r>
              <a:t>Recommendations: review borderline markers and consider clinical correlation.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