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"/>
            <a:ext cx="3840480" cy="4480560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91840" y="3200400"/>
            <a:ext cx="4297680" cy="1005840"/>
          </a:xfrm>
          <a:prstGeom prst="roundRect">
            <a:avLst/>
          </a:prstGeom>
          <a:solidFill>
            <a:srgbClr val="DDF5F3"/>
          </a:solidFill>
          <a:ln>
            <a:solidFill>
              <a:srgbClr val="158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6217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Blood Test Report</a:t>
            </a:r>
          </a:p>
          <a:p>
            <a:pPr>
              <a:defRPr sz="1400">
                <a:solidFill>
                  <a:srgbClr val="E1EEF2"/>
                </a:solidFill>
              </a:defRPr>
            </a:pPr>
            <a:r>
              <a:t>Structured OCR results from a German laboratory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5146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8 markers extracted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2 notable values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CSV + JSON summary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3456432"/>
            <a:ext cx="347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B3D59"/>
                </a:solidFill>
              </a:defRPr>
            </a:pPr>
            <a:r>
              <a:t>8 extracted markers</a:t>
            </a:r>
          </a:p>
          <a:p>
            <a:pPr algn="ctr">
              <a:defRPr sz="1600">
                <a:solidFill>
                  <a:srgbClr val="158C92"/>
                </a:solidFill>
              </a:defRPr>
            </a:pPr>
            <a:r>
              <a:t>2 notable values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3D59"/>
                </a:solidFill>
              </a:rPr>
              <a:t>Executive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95464"/>
                </a:solidFill>
              </a:defRPr>
            </a:pPr>
            <a:r>
              <a:t>Clean summary of the extracted blood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2651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495464"/>
                </a:solidFill>
              </a:rPr>
              <a:t>Total markers</a:t>
            </a:r>
          </a:p>
          <a:p>
            <a:pPr algn="ctr"/>
            <a:r>
              <a:rPr sz="2400" b="1">
                <a:solidFill>
                  <a:srgbClr val="0B3D59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08760"/>
            <a:ext cx="2651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495464"/>
                </a:solidFill>
              </a:rPr>
              <a:t>Normal</a:t>
            </a:r>
          </a:p>
          <a:p>
            <a:pPr algn="ctr"/>
            <a:r>
              <a:rPr sz="2400" b="1">
                <a:solidFill>
                  <a:srgbClr val="0B3D59"/>
                </a:solidFill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08760"/>
            <a:ext cx="2651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495464"/>
                </a:solidFill>
              </a:rPr>
              <a:t>Notable</a:t>
            </a:r>
          </a:p>
          <a:p>
            <a:pPr algn="ctr"/>
            <a:r>
              <a:rPr sz="2400" b="1">
                <a:solidFill>
                  <a:srgbClr val="0B3D5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3D59"/>
                </a:solidFill>
              </a:rPr>
              <a:t>Important Blood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95464"/>
                </a:solidFill>
              </a:defRPr>
            </a:pPr>
            <a:r>
              <a:t>Top extracted values from the OCR output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78638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914400"/>
                <a:gridCol w="2560320"/>
                <a:gridCol w="1097280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Marker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Calcium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mmol/l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2.05 - 2.55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borderline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Kalium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mmol/l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3.5 - 5.1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borderline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Cholesterin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GPT / ALAT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Gamma-Gt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HDL-Cholesterin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&gt; 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Kreatinin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0.84 - 1.25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Triglyceride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normal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3D59"/>
                </a:solidFill>
              </a:rPr>
              <a:t>Alert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95464"/>
                </a:solidFill>
              </a:defRPr>
            </a:pPr>
            <a:r>
              <a:t>Values outside or close to the reference range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78638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914400"/>
                <a:gridCol w="2560320"/>
                <a:gridCol w="1097280"/>
              </a:tblGrid>
              <a:tr h="1402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Marker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B3D59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r>
                        <a:t>Calcium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mmol/l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2.05 - 2.55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borderline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r>
                        <a:t>Kalium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mmol/l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3.5 - 5.1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borderline</a:t>
                      </a:r>
                    </a:p>
                  </a:txBody>
                  <a:tcPr>
                    <a:solidFill>
                      <a:srgbClr val="F9A8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3D59"/>
                </a:solidFill>
              </a:rPr>
              <a:t>Visual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95464"/>
                </a:solidFill>
              </a:defRPr>
            </a:pPr>
            <a:r>
              <a:t>Simple charts derived from the extracted values</a:t>
            </a:r>
          </a:p>
        </p:txBody>
      </p:sp>
      <p:pic>
        <p:nvPicPr>
          <p:cNvPr id="6" name="Picture 5" descr="ppt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4434840" cy="2586990"/>
          </a:xfrm>
          <a:prstGeom prst="rect">
            <a:avLst/>
          </a:prstGeom>
        </p:spPr>
      </p:pic>
      <p:pic>
        <p:nvPicPr>
          <p:cNvPr id="7" name="Picture 6" descr="ppt_statu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600200"/>
            <a:ext cx="3337560" cy="25031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B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"/>
            <a:ext cx="9144000" cy="64008"/>
          </a:xfrm>
          <a:prstGeom prst="rect">
            <a:avLst/>
          </a:prstGeom>
          <a:solidFill>
            <a:srgbClr val="158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3D59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95464"/>
                </a:solidFill>
              </a:defRPr>
            </a:pPr>
            <a:r>
              <a:t>Main findings from the structured OCR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768096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95464"/>
                </a:solidFill>
              </a:defRPr>
            </a:pPr>
            <a:r>
              <a:t>Total markers evaluated: 8</a:t>
            </a:r>
          </a:p>
          <a:p>
            <a:pPr>
              <a:defRPr sz="2000">
                <a:solidFill>
                  <a:srgbClr val="495464"/>
                </a:solidFill>
              </a:defRPr>
            </a:pPr>
            <a:r>
              <a:t>Normal values: 6</a:t>
            </a:r>
          </a:p>
          <a:p>
            <a:pPr>
              <a:defRPr sz="2000">
                <a:solidFill>
                  <a:srgbClr val="495464"/>
                </a:solidFill>
              </a:defRPr>
            </a:pPr>
            <a:r>
              <a:t>Notable values: 2</a:t>
            </a:r>
          </a:p>
          <a:p>
            <a:pPr>
              <a:defRPr sz="2000">
                <a:solidFill>
                  <a:srgbClr val="495464"/>
                </a:solidFill>
              </a:defRPr>
            </a:pPr>
            <a:r>
              <a:t>Largest deviation: Kalium (4.7 mmol/l)</a:t>
            </a:r>
          </a:p>
          <a:p>
            <a:pPr>
              <a:defRPr sz="2000">
                <a:solidFill>
                  <a:srgbClr val="495464"/>
                </a:solidFill>
              </a:defRPr>
            </a:pPr>
            <a:r>
              <a:t>Use this report together with the original laboratory context for interpretation.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